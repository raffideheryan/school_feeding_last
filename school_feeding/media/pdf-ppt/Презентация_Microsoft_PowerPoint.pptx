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57CD1-8F6E-0DB3-F942-DDE42989F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7EAB1B-93C9-59BC-AFCF-7EA649DC7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3C3BAD-4254-3A8C-6F9A-6DEDF872E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63902-0566-4EAF-80CA-2BF20D8892C3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A77521-C677-2AAA-1A24-E6D412EC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A7E51E-C71B-3C1A-EEFD-133492BBD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E712-4124-4970-98A1-8F656488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27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A23F9-13AB-DF88-3E3A-F75EC292A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C12442-4B4B-BF7D-3E6A-ABFCF7F8F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95C93F-8289-E277-5A29-589DE25F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63902-0566-4EAF-80CA-2BF20D8892C3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B07CC3-D9D3-7FF0-06C1-A4DAD8ABE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7BECF3-A9EC-1ABB-CABB-38B276AF7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E712-4124-4970-98A1-8F656488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09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3ACB3-3F6D-B1F7-6B56-E02153EC7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36C674-E3E6-1256-6DDC-621D51A94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5A6EBC-A182-38D6-46B4-DB12612E0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63902-0566-4EAF-80CA-2BF20D8892C3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1931F7-2A49-61C3-4C25-16C5FCF4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EE98D4-0F2B-99B7-063B-C0F3FBCA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E712-4124-4970-98A1-8F656488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65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FAD97-3722-68E0-2130-C6C7CB023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2C797F-14CB-513E-FA82-9557E8EC8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122E42-CB3D-FEC2-E82A-A0659C80E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8CF051-3130-B116-5A60-E8CD50DB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63902-0566-4EAF-80CA-2BF20D8892C3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88F8F6-0C00-AFB9-39D8-7A67B2F1B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FAFD3D-9DA9-795D-B90F-DA8DBF586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E712-4124-4970-98A1-8F656488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638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851E27-420B-2917-EB66-5761335F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06B62B-3CC7-E2A3-F30B-82B67AC17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B7A2449-4945-81C2-6471-4EA8AD2CC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CC78103-E30A-9F1F-A982-03BD68CE2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13670AD-543F-1027-8060-826C594FEE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B23A42A-3C41-3DF0-2AA3-AD2F4AE6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63902-0566-4EAF-80CA-2BF20D8892C3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EC76848-3178-3768-1501-C1F264CE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AE2F88-A546-B849-85AB-516F5321E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E712-4124-4970-98A1-8F656488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983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B01A88-3E24-654B-090C-763CB4FE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3A0B5D-8DB7-FB01-C590-88B31284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63902-0566-4EAF-80CA-2BF20D8892C3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F223BC-8B3C-8BE3-CD75-6C190BAE3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4552F0-C047-5605-B3B2-2F56B531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E712-4124-4970-98A1-8F656488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361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2B551C-C41D-2F20-8280-96EFC903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63902-0566-4EAF-80CA-2BF20D8892C3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F9F2E51-A2E1-D5D7-388A-0D194BF6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66994D-0ACA-40FC-0BAB-AF561395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E712-4124-4970-98A1-8F656488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3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B6180F-08E0-287C-E203-DF9F77804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ECD9FA-FB64-C2BE-3D0C-58431841D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DFDECF-E4BB-78F7-38FB-86474ADC8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B9F06D-C5B4-77CE-D06F-BD3B9E36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63902-0566-4EAF-80CA-2BF20D8892C3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3BB950-11AB-FAFB-C3DD-ED7ED84AC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C014BA-7A7E-FB9C-BC43-1B2EA95D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E712-4124-4970-98A1-8F656488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139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F6D159-8C79-3211-2598-7DAF6E982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653B38-CCB1-0ED3-8213-FA4E5BB02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64FF00-ADE5-7455-77C6-B179C572C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B5724F-D84B-B53E-3DC4-0BCA9FDBD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63902-0566-4EAF-80CA-2BF20D8892C3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82AC79-A33C-3016-FB57-329BDCD6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963C8E-50D2-FD3F-D25A-B114321F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E712-4124-4970-98A1-8F656488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931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EB15C-B3A4-7B82-FBA4-DD9D0F0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81A658-A28F-977A-7941-2B18186E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B04B2B-3DD4-2498-7B25-E91243239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63902-0566-4EAF-80CA-2BF20D8892C3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405A89-5D17-302D-A91F-A1A4605E9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4FF36C-FD9D-FE0F-4D15-A48CC8F7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E712-4124-4970-98A1-8F656488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85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DF343BC-7BED-2534-ABE8-0BD0716A9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822B4A-6C2D-4BB5-1E17-29D2FF8CE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5C09CC-63C3-C601-2E5C-054503098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63902-0566-4EAF-80CA-2BF20D8892C3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51EBD7-9CE6-58E3-84AD-7826104C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A715CD-8BAA-E210-4BD8-5BB9777AD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E712-4124-4970-98A1-8F656488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66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E9427-FF46-3242-9DE2-29BAFEB19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0F63A0-D112-B0E4-2DEE-EE73BD5BF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9021CC-71E5-CC5D-3EA5-6C4ECE637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63902-0566-4EAF-80CA-2BF20D8892C3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490B1D-0F5A-E533-B9D6-9A37D2D94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2771EF-F6E6-6E74-9C50-57B5E8EFB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3E712-4124-4970-98A1-8F6564887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365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FD3169-3B91-676D-42E9-7F6E28EF6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asdasdasd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02F564-06A9-74FF-D0FD-B5767BFCD6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asd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7030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asdasdasd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asdasdasd</dc:title>
  <dc:creator>Raffi Deheryan</dc:creator>
  <cp:lastModifiedBy>Raffi Deheryan</cp:lastModifiedBy>
  <cp:revision>1</cp:revision>
  <dcterms:created xsi:type="dcterms:W3CDTF">2024-04-11T21:51:20Z</dcterms:created>
  <dcterms:modified xsi:type="dcterms:W3CDTF">2024-04-11T21:51:24Z</dcterms:modified>
</cp:coreProperties>
</file>